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ppt/notesSlides/notesSlide2.xml><?xml version="1.0" encoding="utf-8"?>
<p:notes xmlns:a="http://schemas.openxmlformats.org/drawingml/2006/main" xmlns:p="http://schemas.openxmlformats.org/presentationml/2006/main">
  <p:cSld>
    <p:spTree>
      <p:sp>
        <p:txBody>
          <a:p>
            <a:r>
              <a:t>【口頭補足メモ・注意点】現行Oracle DBとPostgreSQL間のレプリケーション遅延がピーク時に最大3秒発生する懸念あり。見積もり段階でデュアルライト時の整合性リトライ機構の工数（約1.5人月）を必ず含めておくこと。</a:t>
            </a:r>
          </a:p>
        </p:txBody>
      </p:sp>
    </p:spTree>
  </p:cSld>
</p:notes>
</file>

<file path=ppt/slides/slide1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2024-2025 基幹系システム刷新 方式設計概要</a:t>
            </a:r>
          </a:p>
        </p:txBody>
      </p:sp>
      <p:sp>
        <p:txBody>
          <a:p>
            <a:r>
              <a:t>・マイクロサービス化による柔軟な機能拡張性の実現</a:t>
            </a:r>
          </a:p>
          <a:p>
            <a:r>
              <a:t>・AWS / EKS基盤への全面移行とゼロダウンタイムBlue-Greenデプロイ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段階的Stranglerパターンによる移行戦略</a:t>
            </a:r>
          </a:p>
        </p:txBody>
      </p:sp>
      <p:sp>
        <p:txBody>
          <a:p>
            <a:r>
              <a:t>・Phase 1: API Gatewayによるトラフィックルーティングの先行確立</a:t>
            </a:r>
          </a:p>
          <a:p>
            <a:r>
              <a:t>・Phase 2: 参照系APIから順次新マイクロサービスへ切り替え</a:t>
            </a:r>
          </a:p>
          <a:p>
            <a:r>
              <a:t>・Phase 3: 更新系トランザクションのデュアルライト・整合性同期</a:t>
            </a:r>
          </a:p>
        </p:txBody>
      </p:sp>
    </p:spTree>
  </p:cSld>
</p:sld>
</file>